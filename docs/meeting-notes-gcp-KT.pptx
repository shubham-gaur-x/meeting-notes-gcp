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pipeline that reads a Google Workspace account and turns meetings into a property graph. Built and verified locally; not yet deployed to GCP. Everything in this deck was measured on a real run, not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a graph is relationships. A folder of notes can store the same text but cannot tell you who is central, or trace a decision back to the meeting that produced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framing: v6 is a port, not a rewrite. Justify every file that does NOT come across.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colleague down this list. The two things worth pausing on: SKIP LOCKED gives exactly-once without a message queue, and stage 5 is a single ACID transaction so a meeting lands complete or not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useful thing for a new person to internalise. It makes the codebase navigable: any question of the form 'where does X happen' has one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Skim this. The detail is in the KT document; the point here is the shape of the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ids are why the pipeline is safe to re-run. Same source record always produces the same node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is a first-class feature here, not an afterthought. Aggregates by default; naming individuals requires explicit opt-in via the roster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 comes from the ticket description, so one agent serves many repositories. The worktree is the isolation boundary; the gates decide what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Asymmetry worth explaining: deterministic gates fail closed, the LLM reviewer fails open. An outage of the model should not halt the pipeline when the hard checks already passed and a human still reviews before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demo. Show PR #1 on GitHub, the Jira ticket in In Review, and the AgentRun node in the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it live rather than screenshotting. The Ask tab does a real vector search plus a Vertex call — give it about twenty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these are measured, not estimated. The verification script runs 25 checks across staging, graph, memory, invariants, nightly output, Jira and every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this. The architecture is written and tested; it has never been stood up. Deploying is the next real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valuable slide for a new maintainer. The lesson is that this system's failures are silent — they produce plausible data rather than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The fastest path to understanding is running tier 0 and clicking through the dashboard — it needs nothing but a clone and a venv.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84832"/>
            <a:ext cx="155448" cy="155448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" y="2084832"/>
            <a:ext cx="155448" cy="155448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1288" y="2084832"/>
            <a:ext cx="155448" cy="155448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95728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Memory Graph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34564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in. A graph that answers questions out.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5760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transfer  ·  meeting-notes-gcp  ·  v6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2F6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graph, not a folder of notes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Calendar and Meet go in. An LLM extracts structure. The result is stored as a property graph — meetings, people, topics, decisions and commitments as nodes; who attended what and what produced what as edges.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answers what a document store cannot: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" y="3419856"/>
            <a:ext cx="137160" cy="13716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32918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central to this workstream?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4088" y="3986784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385876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decide about the SOW?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04088" y="4553712"/>
            <a:ext cx="137160" cy="13716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442569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on the hook for?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086600" y="1481328"/>
            <a:ext cx="4389120" cy="4160520"/>
          </a:xfrm>
          <a:prstGeom prst="roundRect">
            <a:avLst>
              <a:gd name="adj" fmla="val 1978"/>
            </a:avLst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a glance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0" y="22128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EA8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887968" y="22128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EA8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887968" y="28986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all embedded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35844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EA8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887968" y="35844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6 orgs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42702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EA8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665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887968" y="42702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49560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EA8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13,005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887968" y="49560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source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2F6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was rebuilt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worked. It ran entirely on a laptop. Two dependencies made it undeployable — and those two are the whole reason v6 exists.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F3F5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633472"/>
            <a:ext cx="146304" cy="146304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907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Airbyte is gone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69848" y="3346704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is four connectors we own, running as Cloud Run Jobs. v5 leaned on a hosted product for this.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F3F5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2633472"/>
            <a:ext cx="146304" cy="146304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2907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in-process scheduler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56248" y="3346704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ran APScheduler inside its own web service. v6 uses Cloud Scheduler triggering stateless jobs — nothing depends on a long-lived process staying alive.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Memgraph, the extraction prompts, the Cypher, the test suite — was carried across on purpose rather than rewritten.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moves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each a separate process. Order is real — each stage only sees what the previous one committed.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10789920" cy="621792"/>
          </a:xfrm>
          <a:prstGeom prst="roundRect">
            <a:avLst>
              <a:gd name="adj" fmla="val 10294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3852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99032" y="19385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03320" y="193852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connectors → one staging table, watermarked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55480" y="193852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sources/*.py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660904"/>
            <a:ext cx="10789920" cy="621792"/>
          </a:xfrm>
          <a:prstGeom prst="roundRect">
            <a:avLst>
              <a:gd name="adj" fmla="val 10294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66090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99032" y="26609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266090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LOCKED batch claim — exactly-once, no queue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555480" y="266090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383280"/>
            <a:ext cx="10789920" cy="621792"/>
          </a:xfrm>
          <a:prstGeom prst="roundRect">
            <a:avLst>
              <a:gd name="adj" fmla="val 10294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38328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99032" y="338328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33832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score. No LLM, no cost. Most email is not a meeting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55480" y="338328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classifier.py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105656"/>
            <a:ext cx="10789920" cy="621792"/>
          </a:xfrm>
          <a:prstGeom prst="roundRect">
            <a:avLst>
              <a:gd name="adj" fmla="val 10294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10565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99032" y="41056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03320" y="4105656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Gemini → structured JSON → validated models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555480" y="410565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extractor.py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4828032"/>
            <a:ext cx="10789920" cy="621792"/>
          </a:xfrm>
          <a:prstGeom prst="roundRect">
            <a:avLst>
              <a:gd name="adj" fmla="val 10294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82803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99032" y="48280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+ write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03320" y="4828032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resolved, then ONE transaction into the graph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555480" y="482803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graph_client.py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550408"/>
            <a:ext cx="10789920" cy="621792"/>
          </a:xfrm>
          <a:prstGeom prst="roundRect">
            <a:avLst>
              <a:gd name="adj" fmla="val 10294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55040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99032" y="55504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 + act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703320" y="555040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embeddings, causality. Jira tickets for commitments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555480" y="555040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memory/*.py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2F6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MAP  ·  1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modules own the outside world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may talk to these systems. Enforced by tests and by a guardrail gate.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75104"/>
            <a:ext cx="107899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2148840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751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197510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containing SQL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12680" y="19751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539 lines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542032"/>
            <a:ext cx="10789920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2715768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5420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graph_client.py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254203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with generic Cypher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12680" y="25420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1,246 lines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108960"/>
            <a:ext cx="107899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" y="3282696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108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graph_algorithms.py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60520" y="310896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calling MAGE procedures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12680" y="3108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 lines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675888"/>
            <a:ext cx="10789920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3849624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6758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jira_client.py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60520" y="36758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talking to Jira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012680" y="36758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366 lines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42816"/>
            <a:ext cx="107899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" y="4416552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242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llm_client.py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60520" y="424281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constructing an LLM client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012680" y="42428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436 lines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4809744"/>
            <a:ext cx="10789920" cy="475488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" y="4983480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4809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60520" y="480974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reading os.environ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012680" y="480974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 lines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when Jira changes, there is exactly one file to open.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2F6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MAP  ·  2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 of the package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36192"/>
            <a:ext cx="5074920" cy="2103120"/>
          </a:xfrm>
          <a:prstGeom prst="roundRect">
            <a:avLst>
              <a:gd name="adj" fmla="val 3913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828800"/>
            <a:ext cx="137160" cy="13716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9304" y="1682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4984" y="2139696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— one process(), per-source adapters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classifier.py — is this worth extracting?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person_resolver.py — attendee to canonical person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dedup.py — is this commitment already open?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536192"/>
            <a:ext cx="5074920" cy="2103120"/>
          </a:xfrm>
          <a:prstGeom prst="roundRect">
            <a:avLst>
              <a:gd name="adj" fmla="val 3913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3096" y="1828800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75704" y="1682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01384" y="2139696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semantic.py — durable facts and preferences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episodic.py — order, and what caused what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procedural.py — recurring meeting shapes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vector.py — 768-dim search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retrieval.py — natural-language answers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867912"/>
            <a:ext cx="5074920" cy="2103120"/>
          </a:xfrm>
          <a:prstGeom prst="roundRect">
            <a:avLst>
              <a:gd name="adj" fmla="val 3913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6696" y="4160520"/>
            <a:ext cx="137160" cy="13716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9304" y="4014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14984" y="4471416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gmail.py — one record per thread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calendar.py — invitees with real addresses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meet.py — conference records, transcripts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jira.py — status flowing back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867912"/>
            <a:ext cx="5074920" cy="2103120"/>
          </a:xfrm>
          <a:prstGeom prst="roundRect">
            <a:avLst>
              <a:gd name="adj" fmla="val 3913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4160520"/>
            <a:ext cx="137160" cy="137160"/>
          </a:xfrm>
          <a:prstGeom prst="ellipse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4014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01384" y="4471416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api/main.py — FastAPI, scales to zero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api/routers/*.py — read endpoints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— 7 tabs, no build step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jobs/*.py — 7 Cloud Run entrypoints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graph holds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17904"/>
            <a:ext cx="10789920" cy="868680"/>
          </a:xfrm>
          <a:prstGeom prst="roundRect">
            <a:avLst>
              <a:gd name="adj" fmla="val 7368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92808"/>
            <a:ext cx="137160" cy="13716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2728" y="1517904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80360" y="16459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 · Person · Organization · Topic · Decision · ActionItem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19568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ATTENDED · DISCUSSED · PRODUCED · FOLLOWS_UP · ASSIGNED_TO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514600"/>
            <a:ext cx="10789920" cy="868680"/>
          </a:xfrm>
          <a:prstGeom prst="roundRect">
            <a:avLst>
              <a:gd name="adj" fmla="val 7368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889504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0360" y="26426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 · Preference · Procedure · MemorySession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80360" y="29535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HAS_FACT · KNOWS · PRECEDED_BY · CAUSED_BY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511296"/>
            <a:ext cx="10789920" cy="868680"/>
          </a:xfrm>
          <a:prstGeom prst="roundRect">
            <a:avLst>
              <a:gd name="adj" fmla="val 7368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886200"/>
            <a:ext cx="137160" cy="13716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3511296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80360" y="36393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PersonReview · Blocker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80360" y="39502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NEEDS_REVIEW · RAISES_BLOCKER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507992"/>
            <a:ext cx="10789920" cy="868680"/>
          </a:xfrm>
          <a:prstGeom prst="roundRect">
            <a:avLst>
              <a:gd name="adj" fmla="val 7368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882896"/>
            <a:ext cx="137160" cy="137160"/>
          </a:xfrm>
          <a:prstGeom prst="ellipse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450799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80360" y="46360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· PullRequest · AgentRun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80360" y="494690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TICKETED_AS · IMPLEMENTS · RESOLVED_BY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has a deterministic uuid5 id — so reprocessing MERGEs rather than duplicating.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B36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 TO EXPLAIN OUT LOUD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a person is opt-in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Person.tracked defaults to false. Every per-person analytic filters on it — PageRank, centrality, community membership, the graph view. Aggregates are the default.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6126480" cy="1481328"/>
          </a:xfrm>
          <a:prstGeom prst="roundRect">
            <a:avLst>
              <a:gd name="adj" fmla="val 5556"/>
            </a:avLst>
          </a:prstGeom>
          <a:solidFill>
            <a:srgbClr val="FBEEE0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85292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dashboard's "Most connected people" panel reads empty.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51560" y="32918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gate working, not a bug. The panel says so directly. Set tracked on someone and they appear.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23760" y="1481328"/>
            <a:ext cx="4251960" cy="2587752"/>
          </a:xfrm>
          <a:prstGeom prst="roundRect">
            <a:avLst>
              <a:gd name="adj" fmla="val 3180"/>
            </a:avLst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34656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6B74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live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34656" y="21579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DDB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67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0" y="2157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opted 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34656" y="2816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DDB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0" y="2816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on any per-person surface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34656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A8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0" y="3474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predicate, reused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review: three surfaces spelled this rule separately and one of them did not spell it at all. The predicate is now written once and reused, so a fourth surface inherits it.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5DDB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 WORTH DEMOING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writes the code too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commitments become Jira tickets. An agent picks them up and opens pull requests.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1993392" cy="2103120"/>
          </a:xfrm>
          <a:prstGeom prst="roundRect">
            <a:avLst>
              <a:gd name="adj" fmla="val 4128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35608" y="2304288"/>
            <a:ext cx="493776" cy="493776"/>
          </a:xfrm>
          <a:prstGeom prst="ellipse">
            <a:avLst/>
          </a:prstGeom>
          <a:solidFill>
            <a:srgbClr val="232833"/>
          </a:solidFill>
          <a:ln w="15875">
            <a:solidFill>
              <a:srgbClr val="5DDB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5608" y="2304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DB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" y="294436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2104" y="32918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tickets in the active sprint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62072" y="2057400"/>
            <a:ext cx="1993392" cy="2103120"/>
          </a:xfrm>
          <a:prstGeom prst="roundRect">
            <a:avLst>
              <a:gd name="adj" fmla="val 4128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304288"/>
            <a:ext cx="493776" cy="493776"/>
          </a:xfrm>
          <a:prstGeom prst="ellipse">
            <a:avLst/>
          </a:prstGeom>
          <a:solidFill>
            <a:srgbClr val="232833"/>
          </a:solidFill>
          <a:ln w="15875">
            <a:solidFill>
              <a:srgbClr val="5DDB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304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DB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08376" y="294436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08376" y="32918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the TICKET names — not a fixed one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38344" y="2057400"/>
            <a:ext cx="1993392" cy="2103120"/>
          </a:xfrm>
          <a:prstGeom prst="roundRect">
            <a:avLst>
              <a:gd name="adj" fmla="val 4128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2304288"/>
            <a:ext cx="493776" cy="493776"/>
          </a:xfrm>
          <a:prstGeom prst="ellipse">
            <a:avLst/>
          </a:prstGeom>
          <a:solidFill>
            <a:srgbClr val="232833"/>
          </a:solidFill>
          <a:ln w="15875">
            <a:solidFill>
              <a:srgbClr val="5DDB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88152" y="2304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DB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84648" y="294436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32918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Gemini CLI in an isolated git worktree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14616" y="2057400"/>
            <a:ext cx="1993392" cy="2103120"/>
          </a:xfrm>
          <a:prstGeom prst="roundRect">
            <a:avLst>
              <a:gd name="adj" fmla="val 4128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64424" y="2304288"/>
            <a:ext cx="493776" cy="493776"/>
          </a:xfrm>
          <a:prstGeom prst="ellipse">
            <a:avLst/>
          </a:prstGeom>
          <a:solidFill>
            <a:srgbClr val="232833"/>
          </a:solidFill>
          <a:ln w="15875">
            <a:solidFill>
              <a:srgbClr val="5DDB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4424" y="2304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DB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0920" y="294436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920" y="32918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gates, then an independent reviewer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90888" y="2057400"/>
            <a:ext cx="1993392" cy="2103120"/>
          </a:xfrm>
          <a:prstGeom prst="roundRect">
            <a:avLst>
              <a:gd name="adj" fmla="val 4128"/>
            </a:avLst>
          </a:prstGeom>
          <a:solidFill>
            <a:srgbClr val="1A1E27"/>
          </a:solidFill>
          <a:ln w="12700">
            <a:solidFill>
              <a:srgbClr val="2328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0696" y="2304288"/>
            <a:ext cx="493776" cy="493776"/>
          </a:xfrm>
          <a:prstGeom prst="ellipse">
            <a:avLst/>
          </a:prstGeom>
          <a:solidFill>
            <a:srgbClr val="232833"/>
          </a:solidFill>
          <a:ln w="15875">
            <a:solidFill>
              <a:srgbClr val="5DDB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0696" y="2304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DB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37192" y="294436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37192" y="32918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PR, moves the ticket to In Review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4526280"/>
            <a:ext cx="10789920" cy="868680"/>
          </a:xfrm>
          <a:prstGeom prst="roundRect">
            <a:avLst>
              <a:gd name="adj" fmla="val 7368"/>
            </a:avLst>
          </a:prstGeom>
          <a:solidFill>
            <a:srgbClr val="15302A"/>
          </a:solidFill>
          <a:ln w="12700">
            <a:solidFill>
              <a:srgbClr val="1D44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45262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merges. CLOSED is written only when a human actually merges the PR. That is the checkpoint.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2F6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 decide whether it ships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36192"/>
            <a:ext cx="5257800" cy="3337560"/>
          </a:xfrm>
          <a:prstGeom prst="roundRect">
            <a:avLst>
              <a:gd name="adj" fmla="val 2466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1847088"/>
            <a:ext cx="146304" cy="146304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7592" y="17007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deterministic gates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33272" y="2121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over the diff — a planted violation is a unit test.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2523744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and types clean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within budget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protected paths touched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dependencies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boundaries respected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36192"/>
            <a:ext cx="5166360" cy="3337560"/>
          </a:xfrm>
          <a:prstGeom prst="roundRect">
            <a:avLst>
              <a:gd name="adj" fmla="val 2466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38544" y="1847088"/>
            <a:ext cx="146304" cy="146304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17007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independent reviewer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56832" y="2121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reads the ticket, the diff, and the gate evidence.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56832" y="2523744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high-severity findings block.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less is surfaced for the human, not acted 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cannot run, the run is not blocked — the deterministic gates already passed.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1389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that cannot run counts as a FAILURE, never a skip. If either layer objects the run ends at NEEDS_HUMAN — terminal — and the PR is left open, because the work is real.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5DDB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END TO END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ticket, start to finish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40664" y="1773936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5361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MNV-108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74920" y="15361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 from Jira, labelled dev-agent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0664" y="2395728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1579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74920" y="215798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per-ticket git worktree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" y="3017520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7797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and pushed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74920" y="27797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agent/MNV-108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" y="3639312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401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opened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74920" y="3401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repo the ticket named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" y="4261104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023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gates passed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7492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approved, 1 non-blocking finding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0664" y="4882896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46451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moved to In Review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74920" y="4645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reached SHIPPED — terminal, attempt 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" y="5504688"/>
            <a:ext cx="137160" cy="137160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52669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written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74920" y="526694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 -[:PRODUCED]-&gt; PullRequest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bugs surfaced only by running it. None had a failing test.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2F6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SURFACE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tabs, each a real question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17904"/>
            <a:ext cx="10789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1709928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51790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520440" y="151790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Counters over a selectable window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21408"/>
            <a:ext cx="10789920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2313432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1214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20440" y="212140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decided, who was there — click any row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724912"/>
            <a:ext cx="10789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" y="2916936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7249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Items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20440" y="272491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owe? Filter by owner, links to Jira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28416"/>
            <a:ext cx="10789920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" y="3520440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3284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20440" y="332841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the graph found, named by their topics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931920"/>
            <a:ext cx="10789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4123944"/>
            <a:ext cx="128016" cy="128016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9319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520440" y="393192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itself — force-directed, hover for names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535424"/>
            <a:ext cx="10789920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" y="4727448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45354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520440" y="453542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else, in natural language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138928"/>
            <a:ext cx="10789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" y="5330952"/>
            <a:ext cx="128016" cy="128016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513892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You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520440" y="51389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chose to ask about rather than guess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5779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localhost:8080/dashboard  ·  no build step, no CDN, renders in the viewer's theme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·  BUILT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 today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below is from a verification run against a real corpus — 25 of 25 end-to-end checks passing.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5074920" cy="786384"/>
          </a:xfrm>
          <a:prstGeom prst="roundRect">
            <a:avLst>
              <a:gd name="adj" fmla="val 8140"/>
            </a:avLst>
          </a:prstGeom>
          <a:solidFill>
            <a:srgbClr val="E2F3EA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67712"/>
            <a:ext cx="137160" cy="137160"/>
          </a:xfrm>
          <a:prstGeom prst="ellipse">
            <a:avLst/>
          </a:prstGeom>
          <a:solidFill>
            <a:srgbClr val="1F8A5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20116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52728" y="232257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records staged from Gmail, Calendar, Meet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938528"/>
            <a:ext cx="5074920" cy="786384"/>
          </a:xfrm>
          <a:prstGeom prst="roundRect">
            <a:avLst>
              <a:gd name="adj" fmla="val 8140"/>
            </a:avLst>
          </a:prstGeom>
          <a:solidFill>
            <a:srgbClr val="E2F3EA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267712"/>
            <a:ext cx="137160" cy="137160"/>
          </a:xfrm>
          <a:prstGeom prst="ellipse">
            <a:avLst/>
          </a:prstGeom>
          <a:solidFill>
            <a:srgbClr val="1F8A5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20116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39128" y="232257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meetings written, zero extraction failures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898648"/>
            <a:ext cx="5074920" cy="786384"/>
          </a:xfrm>
          <a:prstGeom prst="roundRect">
            <a:avLst>
              <a:gd name="adj" fmla="val 8140"/>
            </a:avLst>
          </a:prstGeom>
          <a:solidFill>
            <a:srgbClr val="E2F3EA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227832"/>
            <a:ext cx="137160" cy="137160"/>
          </a:xfrm>
          <a:prstGeom prst="ellipse">
            <a:avLst/>
          </a:prstGeom>
          <a:solidFill>
            <a:srgbClr val="1F8A5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29718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layers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52728" y="328269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facts, all embedded; 768-dim search working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898648"/>
            <a:ext cx="5074920" cy="786384"/>
          </a:xfrm>
          <a:prstGeom prst="roundRect">
            <a:avLst>
              <a:gd name="adj" fmla="val 8140"/>
            </a:avLst>
          </a:prstGeom>
          <a:solidFill>
            <a:srgbClr val="E2F3EA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227832"/>
            <a:ext cx="137160" cy="137160"/>
          </a:xfrm>
          <a:prstGeom prst="ellipse">
            <a:avLst/>
          </a:prstGeom>
          <a:solidFill>
            <a:srgbClr val="1F8A5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29718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algorithms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39128" y="328269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PageRank, communities, quality — 604 nodes scored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858768"/>
            <a:ext cx="5074920" cy="786384"/>
          </a:xfrm>
          <a:prstGeom prst="roundRect">
            <a:avLst>
              <a:gd name="adj" fmla="val 8140"/>
            </a:avLst>
          </a:prstGeom>
          <a:solidFill>
            <a:srgbClr val="E2F3EA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4187952"/>
            <a:ext cx="137160" cy="137160"/>
          </a:xfrm>
          <a:prstGeom prst="ellipse">
            <a:avLst/>
          </a:prstGeom>
          <a:solidFill>
            <a:srgbClr val="1F8A5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52728" y="3931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and dashboard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52728" y="424281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17 endpoints, 7 tabs, no console errors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858768"/>
            <a:ext cx="5074920" cy="786384"/>
          </a:xfrm>
          <a:prstGeom prst="roundRect">
            <a:avLst>
              <a:gd name="adj" fmla="val 8140"/>
            </a:avLst>
          </a:prstGeom>
          <a:solidFill>
            <a:srgbClr val="E2F3EA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187952"/>
            <a:ext cx="137160" cy="137160"/>
          </a:xfrm>
          <a:prstGeom prst="ellipse">
            <a:avLst/>
          </a:prstGeom>
          <a:solidFill>
            <a:srgbClr val="1F8A5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3931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push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39128" y="424281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tickets created with confidence and dedup gates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818888"/>
            <a:ext cx="5074920" cy="786384"/>
          </a:xfrm>
          <a:prstGeom prst="roundRect">
            <a:avLst>
              <a:gd name="adj" fmla="val 8140"/>
            </a:avLst>
          </a:prstGeom>
          <a:solidFill>
            <a:srgbClr val="E2F3EA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5148072"/>
            <a:ext cx="137160" cy="137160"/>
          </a:xfrm>
          <a:prstGeom prst="ellipse">
            <a:avLst/>
          </a:prstGeom>
          <a:solidFill>
            <a:srgbClr val="1F8A5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52728" y="48920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agent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252728" y="520293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opened autonomously, gates and reviewer passed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4818888"/>
            <a:ext cx="5074920" cy="786384"/>
          </a:xfrm>
          <a:prstGeom prst="roundRect">
            <a:avLst>
              <a:gd name="adj" fmla="val 8140"/>
            </a:avLst>
          </a:prstGeom>
          <a:solidFill>
            <a:srgbClr val="E2F3EA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148072"/>
            <a:ext cx="137160" cy="137160"/>
          </a:xfrm>
          <a:prstGeom prst="ellipse">
            <a:avLst/>
          </a:prstGeom>
          <a:solidFill>
            <a:srgbClr val="1F8A5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39128" y="48920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739128" y="520293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821 lines, durable and ephemeral tiers — written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B364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·  PENDING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done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0789920" cy="1024128"/>
          </a:xfrm>
          <a:prstGeom prst="roundRect">
            <a:avLst>
              <a:gd name="adj" fmla="val 8036"/>
            </a:avLst>
          </a:prstGeom>
          <a:solidFill>
            <a:srgbClr val="FBE6E8"/>
          </a:solidFill>
          <a:ln w="12700">
            <a:solidFill>
              <a:srgbClr val="F2CD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1847088"/>
            <a:ext cx="155448" cy="155448"/>
          </a:xfrm>
          <a:prstGeom prst="ellipse">
            <a:avLst/>
          </a:prstGeom>
          <a:solidFill>
            <a:srgbClr val="B3323C"/>
          </a:solidFill>
          <a:ln w="12700">
            <a:solidFill>
              <a:srgbClr val="B33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6093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21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deployed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197510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Terraform has been applied. No Cloud Run service or job exists. Everything you have seen runs on a laptop against local Postgres and Memgraph, using Vertex for inference.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724912"/>
            <a:ext cx="10789920" cy="566928"/>
          </a:xfrm>
          <a:prstGeom prst="roundRect">
            <a:avLst>
              <a:gd name="adj" fmla="val 9677"/>
            </a:avLst>
          </a:prstGeom>
          <a:solidFill>
            <a:srgbClr val="FBEEE0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944368"/>
            <a:ext cx="128016" cy="128016"/>
          </a:xfrm>
          <a:prstGeom prst="ellipse">
            <a:avLst/>
          </a:prstGeom>
          <a:solidFill>
            <a:srgbClr val="B3641A"/>
          </a:solidFill>
          <a:ln w="12700">
            <a:solidFill>
              <a:srgbClr val="B36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7249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status flowing back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43400" y="27249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to the drain, but the ingest job has never run — every action item still reads "created"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401568"/>
            <a:ext cx="10789920" cy="566928"/>
          </a:xfrm>
          <a:prstGeom prst="roundRect">
            <a:avLst>
              <a:gd name="adj" fmla="val 9677"/>
            </a:avLst>
          </a:prstGeom>
          <a:solidFill>
            <a:srgbClr val="FBEEE0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621024"/>
            <a:ext cx="128016" cy="128016"/>
          </a:xfrm>
          <a:prstGeom prst="ellipse">
            <a:avLst/>
          </a:prstGeom>
          <a:solidFill>
            <a:srgbClr val="B3641A"/>
          </a:solidFill>
          <a:ln w="12700">
            <a:solidFill>
              <a:srgbClr val="B36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4015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gate for the agent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43400" y="34015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edited an unrelated passing test. Seven gates allowed it, correctly by their own rules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078224"/>
            <a:ext cx="10789920" cy="566928"/>
          </a:xfrm>
          <a:prstGeom prst="roundRect">
            <a:avLst>
              <a:gd name="adj" fmla="val 9677"/>
            </a:avLst>
          </a:prstGeom>
          <a:solidFill>
            <a:srgbClr val="FBEEE0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4297680"/>
            <a:ext cx="128016" cy="128016"/>
          </a:xfrm>
          <a:prstGeom prst="ellipse">
            <a:avLst/>
          </a:prstGeom>
          <a:solidFill>
            <a:srgbClr val="B3641A"/>
          </a:solidFill>
          <a:ln w="12700">
            <a:solidFill>
              <a:srgbClr val="B36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2728" y="40782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Job timeout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43400" y="40782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drain took 56 min for 144 records; jobs default to 10 min. Needs an explicit timeout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754880"/>
            <a:ext cx="10789920" cy="566928"/>
          </a:xfrm>
          <a:prstGeom prst="roundRect">
            <a:avLst>
              <a:gd name="adj" fmla="val 9677"/>
            </a:avLst>
          </a:prstGeom>
          <a:solidFill>
            <a:srgbClr val="FBEEE0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" y="4974336"/>
            <a:ext cx="128016" cy="128016"/>
          </a:xfrm>
          <a:prstGeom prst="ellipse">
            <a:avLst/>
          </a:prstGeom>
          <a:solidFill>
            <a:srgbClr val="B3641A"/>
          </a:solidFill>
          <a:ln w="12700">
            <a:solidFill>
              <a:srgbClr val="B364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52728" y="47548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duplicates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43400" y="47548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calendar invite and the Gmail thread about it still produce two meetings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431536"/>
            <a:ext cx="10789920" cy="566928"/>
          </a:xfrm>
          <a:prstGeom prst="roundRect">
            <a:avLst>
              <a:gd name="adj" fmla="val 9677"/>
            </a:avLst>
          </a:prstGeom>
          <a:solidFill>
            <a:srgbClr val="FBEEE0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5650992"/>
            <a:ext cx="128016" cy="128016"/>
          </a:xfrm>
          <a:prstGeom prst="ellipse">
            <a:avLst/>
          </a:prstGeom>
          <a:solidFill>
            <a:srgbClr val="B3641A"/>
          </a:solidFill>
          <a:ln w="12700">
            <a:solidFill>
              <a:srgbClr val="B364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52728" y="54315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embeddings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343400" y="54315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passes run one after another — about 40s per meeting recoverable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11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 THIS OVER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codebase hides failure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0789920" cy="1207008"/>
          </a:xfrm>
          <a:prstGeom prst="roundRect">
            <a:avLst>
              <a:gd name="adj" fmla="val 6818"/>
            </a:avLst>
          </a:prstGeom>
          <a:solidFill>
            <a:srgbClr val="33260F"/>
          </a:solidFill>
          <a:ln w="12700">
            <a:solidFill>
              <a:srgbClr val="4A37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6093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tests, wrong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9848" y="1975104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asserted extract_overrides() returned the right dict, and it did. The bug was one layer up: model_copy(update=…) does not validate, so attendees stayed raw dicts and getattr silently returned defaults. Every attendee vanished into the review queue — no exception, no log 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0664" y="3072384"/>
            <a:ext cx="118872" cy="118872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52928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thrown away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2852928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returns exact invitee addresses; the adapter passed a count. Person nodes went 6 to 67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" y="3675888"/>
            <a:ext cx="118872" cy="118872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45643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and consumer disagreed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3456432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were created unlabelled; the agent selected on that exact label. Each half looked correct alone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" y="4279392"/>
            <a:ext cx="118872" cy="118872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05993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that matched nothing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4059936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JQL required openSprints() — matches nothing on a Kanban 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" y="4882896"/>
            <a:ext cx="118872" cy="118872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66344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values, not items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466344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collect(DISTINCT a.done) reported three completed actions as 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664" y="5486400"/>
            <a:ext cx="118872" cy="118872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266944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Order-dependence, no retry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5266944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extracted before any Person existed could never match an owner. Nothing re-tried them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9618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none were caught by tests. All were caught by running it and reading the output.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155448" cy="155448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" y="1371600"/>
            <a:ext cx="155448" cy="155448"/>
          </a:xfrm>
          <a:prstGeom prst="ellipse">
            <a:avLst/>
          </a:prstGeom>
          <a:solidFill>
            <a:srgbClr val="5DDBA4"/>
          </a:solidFill>
          <a:ln w="12700">
            <a:solidFill>
              <a:srgbClr val="5DDB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1288" y="1371600"/>
            <a:ext cx="155448" cy="155448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824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start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72491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6424" y="27249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CLAUDE.md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272491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spec — boundaries, schema, conventions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6424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make doctor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383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exactly what is missing before anything fails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0416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6424" y="4041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make demo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40416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— the whole pipeline offline, no credentials at 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70001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6424" y="47000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470001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localhost:8080/dashboard — click every tab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35838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6424" y="53583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docs/DECISIONS.md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26280" y="53583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ADRs. Why things are the way they 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60899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offline. No account anywhere is needed to see it work.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Memory Graph — KT</dc:title>
  <dc:subject>PptxGenJS Presentation</dc:subject>
  <dc:creator>meeting-notes-gcp</dc:creator>
  <cp:lastModifiedBy>meeting-notes-gcp</cp:lastModifiedBy>
  <cp:revision>1</cp:revision>
  <dcterms:created xsi:type="dcterms:W3CDTF">2026-08-24T20:47:03Z</dcterms:created>
  <dcterms:modified xsi:type="dcterms:W3CDTF">2026-08-24T20:47:03Z</dcterms:modified>
</cp:coreProperties>
</file>